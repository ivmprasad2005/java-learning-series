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7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>
        <p:scale>
          <a:sx n="66" d="100"/>
          <a:sy n="66" d="100"/>
        </p:scale>
        <p:origin x="668" y="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7713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376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747852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93587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02573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28711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0466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0438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4278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968408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8777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4EB175-C24E-4F29-A337-4B97FAC36BA8}" type="datetimeFigureOut">
              <a:rPr lang="en-IN" smtClean="0"/>
              <a:t>08-08-2026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E69DC-AF50-49D2-AF70-42F9FB5BD52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2332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8329" y="277086"/>
            <a:ext cx="5669138" cy="6601691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9093" y="38350"/>
            <a:ext cx="10923090" cy="866808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5977467" y="937311"/>
            <a:ext cx="5341842" cy="535531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1. ☕ JDK – The Toolbox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Think of it like a carpenter's full toolbox.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has everything you need to write code, build it, and debug it.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👉 Only developers need this.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2. ☕ JRE – The Ready Kitchen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a kitchen that's already set up to serve food that's been cooked.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It's not for writing code — it just gives you the environment needed to run an app.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👉 This is all app users need.</a:t>
            </a:r>
          </a:p>
          <a:p>
            <a:endParaRPr lang="en-US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3. ☕ JVM – The Engine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Like the engine inside a car.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It takes the bytecode and actually executes it — on any operating system.</a:t>
            </a:r>
          </a:p>
          <a:p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👉 This is what makes "Write Once, Run Anywhere" possible.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51970" y="38350"/>
            <a:ext cx="1132661" cy="898961"/>
          </a:xfrm>
          <a:prstGeom prst="rect">
            <a:avLst/>
          </a:prstGeom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154087" y="6188222"/>
            <a:ext cx="2068096" cy="503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719345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"/>
    </mc:Choice>
    <mc:Fallback>
      <p:transition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37</TotalTime>
  <Words>128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DELL</dc:creator>
  <cp:lastModifiedBy>DELL</cp:lastModifiedBy>
  <cp:revision>5</cp:revision>
  <dcterms:created xsi:type="dcterms:W3CDTF">2026-08-08T10:49:14Z</dcterms:created>
  <dcterms:modified xsi:type="dcterms:W3CDTF">2026-08-08T11:26:54Z</dcterms:modified>
</cp:coreProperties>
</file>